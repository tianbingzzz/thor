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54a3187f14465" /><Relationship Type="http://schemas.openxmlformats.org/officeDocument/2006/relationships/extended-properties" Target="/docProps/app.xml" Id="Ra95111752887482c" /><Relationship Type="http://schemas.openxmlformats.org/officeDocument/2006/relationships/officeDocument" Target="/ppt/presentation.xml" Id="Rad61583faadf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d64e8e9174617"/>
  </p:sldMasterIdLst>
  <p:notesMasterIdLst>
    <p:notesMasterId xmlns:r="http://schemas.openxmlformats.org/officeDocument/2006/relationships" r:id="R69d7c511db334f5e"/>
  </p:notesMasterIdLst>
  <p:sldIdLst>
    <p:sldId xmlns:r="http://schemas.openxmlformats.org/officeDocument/2006/relationships" id="256" r:id="Rfa6a21b49aa14abc"/>
    <p:sldId xmlns:r="http://schemas.openxmlformats.org/officeDocument/2006/relationships" id="257" r:id="Rb49e367ffbbc4df8"/>
    <p:sldId xmlns:r="http://schemas.openxmlformats.org/officeDocument/2006/relationships" id="258" r:id="Rf3d9542977b148fd"/>
    <p:sldId xmlns:r="http://schemas.openxmlformats.org/officeDocument/2006/relationships" id="259" r:id="Rb61b48b089634f31"/>
    <p:sldId xmlns:r="http://schemas.openxmlformats.org/officeDocument/2006/relationships" id="260" r:id="Rc0dfe0b22f44464f"/>
    <p:sldId xmlns:r="http://schemas.openxmlformats.org/officeDocument/2006/relationships" id="261" r:id="Rfb99b83cb2754231"/>
    <p:sldId xmlns:r="http://schemas.openxmlformats.org/officeDocument/2006/relationships" id="262" r:id="R34e2593324b84a70"/>
    <p:sldId xmlns:r="http://schemas.openxmlformats.org/officeDocument/2006/relationships" id="263" r:id="R5d81a52e6696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7cb5db24894450" /><Relationship Type="http://schemas.openxmlformats.org/officeDocument/2006/relationships/slideMaster" Target="/ppt/slideMasters/slideMaster1.xml" Id="Rb1bd64e8e9174617" /><Relationship Type="http://schemas.openxmlformats.org/officeDocument/2006/relationships/notesMaster" Target="/ppt/notesMasters/notesMaster1.xml" Id="R69d7c511db334f5e" /><Relationship Type="http://schemas.openxmlformats.org/officeDocument/2006/relationships/presProps" Target="/ppt/presProps.xml" Id="R979d470a11c347c5" /><Relationship Type="http://schemas.openxmlformats.org/officeDocument/2006/relationships/tableStyles" Target="/ppt/tableStyles.xml" Id="Rc1b2584394394d3c" /><Relationship Type="http://schemas.openxmlformats.org/officeDocument/2006/relationships/slide" Target="/ppt/slides/slide1.xml" Id="Rfa6a21b49aa14abc" /><Relationship Type="http://schemas.openxmlformats.org/officeDocument/2006/relationships/slide" Target="/ppt/slides/slide2.xml" Id="Rb49e367ffbbc4df8" /><Relationship Type="http://schemas.openxmlformats.org/officeDocument/2006/relationships/slide" Target="/ppt/slides/slide3.xml" Id="Rf3d9542977b148fd" /><Relationship Type="http://schemas.openxmlformats.org/officeDocument/2006/relationships/slide" Target="/ppt/slides/slide4.xml" Id="Rb61b48b089634f31" /><Relationship Type="http://schemas.openxmlformats.org/officeDocument/2006/relationships/slide" Target="/ppt/slides/slide5.xml" Id="Rc0dfe0b22f44464f" /><Relationship Type="http://schemas.openxmlformats.org/officeDocument/2006/relationships/slide" Target="/ppt/slides/slide6.xml" Id="Rfb99b83cb2754231" /><Relationship Type="http://schemas.openxmlformats.org/officeDocument/2006/relationships/slide" Target="/ppt/slides/slide7.xml" Id="R34e2593324b84a70" /><Relationship Type="http://schemas.openxmlformats.org/officeDocument/2006/relationships/slide" Target="/ppt/slides/slide8.xml" Id="R5d81a52e6696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05ba4378c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61acd00e54f37" /><Relationship Type="http://schemas.openxmlformats.org/officeDocument/2006/relationships/notesMaster" Target="/ppt/notesMasters/notesMaster1.xml" Id="Rcf7e85c580fc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b8afdbb344e96" /><Relationship Type="http://schemas.openxmlformats.org/officeDocument/2006/relationships/notesMaster" Target="/ppt/notesMasters/notesMaster1.xml" Id="R64b11cefb5b44d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88ae8285e34488" /><Relationship Type="http://schemas.openxmlformats.org/officeDocument/2006/relationships/notesMaster" Target="/ppt/notesMasters/notesMaster1.xml" Id="R6691f0dc48a6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0437fdf10245e8" /><Relationship Type="http://schemas.openxmlformats.org/officeDocument/2006/relationships/notesMaster" Target="/ppt/notesMasters/notesMaster1.xml" Id="R76d40c341a0b4e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26852c23e149a7" /><Relationship Type="http://schemas.openxmlformats.org/officeDocument/2006/relationships/notesMaster" Target="/ppt/notesMasters/notesMaster1.xml" Id="Re565bd77ab8648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29b43a9a74583" /><Relationship Type="http://schemas.openxmlformats.org/officeDocument/2006/relationships/notesMaster" Target="/ppt/notesMasters/notesMaster1.xml" Id="R79b93ecb48ba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769d75aae41d9" /><Relationship Type="http://schemas.openxmlformats.org/officeDocument/2006/relationships/notesMaster" Target="/ppt/notesMasters/notesMaster1.xml" Id="R84656cff5730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6b3cf52c76460f" /><Relationship Type="http://schemas.openxmlformats.org/officeDocument/2006/relationships/notesMaster" Target="/ppt/notesMasters/notesMaster1.xml" Id="R4c696c528ea8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53bc4f7f0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b8ad928c247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e7d56d698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3f7f3af924a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cc38b756f4f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71e53a35d4a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1A44D5-A972-4438-96B2-450BA5C9B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B8ADC6-9DE1-462A-B3FE-CBDC73EB0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87A55B-021B-41BB-98F9-4140191D1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0C1CC-FAAF-47B6-991D-22CEFD491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19367D-CC6E-41B0-B408-B2B74C4F16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E0D9D7-41DE-46B7-A334-2D72A3251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4D6113-07F4-40E7-BCC8-9AFF04502B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8A677C-2D52-4F5C-BD73-10EF59502A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EFB398-0476-4DE7-A7CA-DB631CE92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8F4C31-63F0-4CCF-A81F-31997BFF8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28d3090b54942" /><Relationship Type="http://schemas.openxmlformats.org/officeDocument/2006/relationships/slideLayout" Target="/ppt/slideLayouts/slideLayout1.xml" Id="R1e96bf355baa47cd" /><Relationship Type="http://schemas.openxmlformats.org/officeDocument/2006/relationships/slideLayout" Target="/ppt/slideLayouts/slideLayout2.xml" Id="Rf5b7384e73f14bda" /><Relationship Type="http://schemas.openxmlformats.org/officeDocument/2006/relationships/slideLayout" Target="/ppt/slideLayouts/slideLayout3.xml" Id="R4f4cee7ae0934ddc" /><Relationship Type="http://schemas.openxmlformats.org/officeDocument/2006/relationships/slideLayout" Target="/ppt/slideLayouts/slideLayout4.xml" Id="R48a0a6c814fc4940" /><Relationship Type="http://schemas.openxmlformats.org/officeDocument/2006/relationships/slideLayout" Target="/ppt/slideLayouts/slideLayout5.xml" Id="R87696ef3ce594d63" /><Relationship Type="http://schemas.openxmlformats.org/officeDocument/2006/relationships/slideLayout" Target="/ppt/slideLayouts/slideLayout6.xml" Id="R7e40ca8bd94d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6bf355baa47cd"/>
    <p:sldLayoutId xmlns:r="http://schemas.openxmlformats.org/officeDocument/2006/relationships" id="2147483650" r:id="Rf5b7384e73f14bda"/>
    <p:sldLayoutId xmlns:r="http://schemas.openxmlformats.org/officeDocument/2006/relationships" id="2147483651" r:id="R4f4cee7ae0934ddc"/>
    <p:sldLayoutId xmlns:r="http://schemas.openxmlformats.org/officeDocument/2006/relationships" id="2147483652" r:id="R48a0a6c814fc4940"/>
    <p:sldLayoutId xmlns:r="http://schemas.openxmlformats.org/officeDocument/2006/relationships" id="2147483653" r:id="R87696ef3ce594d63"/>
    <p:sldLayoutId xmlns:r="http://schemas.openxmlformats.org/officeDocument/2006/relationships" id="2147483654" r:id="R7e40ca8bd94d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679b3945843fb" /><Relationship Type="http://schemas.openxmlformats.org/officeDocument/2006/relationships/image" Target="/ppt/media/image.png" Id="R8dd323b6f3894d8d" /><Relationship Type="http://schemas.openxmlformats.org/officeDocument/2006/relationships/notesSlide" Target="/ppt/notesSlides/notesSlide1.xml" Id="Rd7bb4e4af671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4333e491242da" /><Relationship Type="http://schemas.openxmlformats.org/officeDocument/2006/relationships/image" Target="/ppt/media/image2.png" Id="R0242621ecc564fe8" /><Relationship Type="http://schemas.openxmlformats.org/officeDocument/2006/relationships/notesSlide" Target="/ppt/notesSlides/notesSlide2.xml" Id="R3fbe3ee81702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fa8fa8c8747a3" /><Relationship Type="http://schemas.openxmlformats.org/officeDocument/2006/relationships/image" Target="/ppt/media/image3.png" Id="R55e9eefa7d284135" /><Relationship Type="http://schemas.openxmlformats.org/officeDocument/2006/relationships/notesSlide" Target="/ppt/notesSlides/notesSlide3.xml" Id="R0bab2ac2e504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82cf055a74d36" /><Relationship Type="http://schemas.openxmlformats.org/officeDocument/2006/relationships/image" Target="/ppt/media/image4.png" Id="Ra9a4ca0ab3ab4d9d" /><Relationship Type="http://schemas.openxmlformats.org/officeDocument/2006/relationships/notesSlide" Target="/ppt/notesSlides/notesSlide4.xml" Id="Rcc28bcf65533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ce7e354c54b93" /><Relationship Type="http://schemas.openxmlformats.org/officeDocument/2006/relationships/image" Target="/ppt/media/image5.png" Id="R71e9f5ba58484ed3" /><Relationship Type="http://schemas.openxmlformats.org/officeDocument/2006/relationships/notesSlide" Target="/ppt/notesSlides/notesSlide5.xml" Id="Re794861277cc48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dae7ac7cdb40e5" /><Relationship Type="http://schemas.openxmlformats.org/officeDocument/2006/relationships/image" Target="/ppt/media/image6.png" Id="R3779a045fee64a5a" /><Relationship Type="http://schemas.openxmlformats.org/officeDocument/2006/relationships/notesSlide" Target="/ppt/notesSlides/notesSlide6.xml" Id="Reebf0e8080b9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716925f504316" /><Relationship Type="http://schemas.openxmlformats.org/officeDocument/2006/relationships/image" Target="/ppt/media/image7.png" Id="Rae0668415a40480d" /><Relationship Type="http://schemas.openxmlformats.org/officeDocument/2006/relationships/notesSlide" Target="/ppt/notesSlides/notesSlide7.xml" Id="R676bde35bb21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1f174574a4350" /><Relationship Type="http://schemas.openxmlformats.org/officeDocument/2006/relationships/image" Target="/ppt/media/image8.png" Id="R5aaaa16a112d4b15" /><Relationship Type="http://schemas.openxmlformats.org/officeDocument/2006/relationships/notesSlide" Target="/ppt/notesSlides/notesSlide8.xml" Id="Rab9c2834e08848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1746-1CE9-4C39-A3DD-E408B7A49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23b6f3894d8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64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42335-C605-496D-A795-6E1F73357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2621ecc564fe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73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03686-8365-4D27-BF5D-1E83D4ECD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9eefa7d2841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93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6A69A-52ED-42E9-9FBC-F538D6F52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4ca0ab3ab4d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17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8808B-F7C9-4FEA-92DF-D99AB4217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9f5ba58484e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4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1C640-A749-45C2-ACBE-B5BD97E2B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9a045fee64a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86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CEDC9-587A-40C9-83FE-044038AFC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668415a40480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56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0A0F-828F-45A5-BFCC-1714596F1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aa16a112d4b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77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2026-10-13T12:31:50.3100000Z</dcterms:created>
  <dcterms:modified xsi:type="dcterms:W3CDTF">2026-10-13T12:31:50.3100000Z</dcterms:modified>
</coreProperties>
</file>